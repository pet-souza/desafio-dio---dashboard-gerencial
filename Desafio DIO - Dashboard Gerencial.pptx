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Logo DIO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Limpar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Soma Vendas x Mês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Soma Vendas x Segmento 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- Bar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- Pie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Soma Vendas x Segmento 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Soma Vendas x Produtos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Soma Vendas x País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- 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Botão- Tremap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treemap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Limpar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Logo DIO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decompositionTreeVisual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ChicletSlicer1448559807354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Soma Lucro x Produto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Soma de Lucro x Segmento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Soma de Lucro x Segmento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e3b5d400-9262-4461-93dd-8767aedb05e5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4d56f36b1e084fc5" /><Relationship Type="http://schemas.openxmlformats.org/officeDocument/2006/relationships/slideLayout" Target="/ppt/slideLayouts/slideLayout8.xml" Id="Ra668497e63524849" /><Relationship Type="http://schemas.openxmlformats.org/officeDocument/2006/relationships/hyperlink" Target="https://app.powerbi.com/groups/me/reports/e3b5d400-9262-4461-93dd-8767aedb05e5/?pbi_source=PowerPoint" TargetMode="External" Id="RelId0" /><Relationship Type="http://schemas.openxmlformats.org/officeDocument/2006/relationships/image" Target="/ppt/media/image4.png" Id="imgId5031894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dfe1b0b129d543c0" /><Relationship Type="http://schemas.openxmlformats.org/officeDocument/2006/relationships/slideLayout" Target="/ppt/slideLayouts/slideLayout8.xml" Id="R3422924ef3da4e60" /><Relationship Type="http://schemas.openxmlformats.org/officeDocument/2006/relationships/hyperlink" Target="https://app.powerbi.com/groups/me/reports/e3b5d400-9262-4461-93dd-8767aedb05e5/?pbi_source=PowerPoint" TargetMode="External" Id="RelId1" /><Relationship Type="http://schemas.openxmlformats.org/officeDocument/2006/relationships/image" Target="/ppt/media/image5.png" Id="imgId503189408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Desafio DIO - Dashboard Gerencial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23/10/2026 19:56:57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23/10/2026 19:50:49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hape ,Logo DIO ,shape ,shape ,shape ,cardVisual ,shape ,textbox ,shape ,Limpar ,Soma Vendas x Mês ,cardVisual ,cardVisual ,cardVisual ,Soma Vendas x Segmento  ,Botão - Bar ,Botão - Pie ,Soma Vendas x Segmento  ,Soma Vendas x Produtos ,Soma Vendas x País ,Botão - Map ,Botão- Tremap ,treemap ,textbox ,slicer ,Limpar ,actionButton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50318940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Desafio - Pág 1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Logo DIO ,shape ,shape ,actionButton ,textbox ,shape ,decompositionTreeVisual ,ChicletSlicer1448559807354 ,Soma Lucro x Produto ,Soma de Lucro x Segmento ,Soma de Lucro x Segmento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50318940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Desafio - Pág 2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